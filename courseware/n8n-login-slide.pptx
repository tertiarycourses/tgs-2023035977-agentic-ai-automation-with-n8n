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Your n8n Login Details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691640"/>
            <a:ext cx="10698480" cy="9601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01368"/>
            <a:ext cx="102412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5B6372"/>
                </a:solidFill>
                <a:latin typeface="Arial"/>
              </a:rPr>
              <a:t>URL  </a:t>
            </a:r>
            <a:r>
              <a:rPr sz="1500" b="0">
                <a:solidFill>
                  <a:srgbClr val="161B26"/>
                </a:solidFill>
                <a:latin typeface="Arial"/>
              </a:rPr>
              <a:t>https://</a:t>
            </a:r>
            <a:r>
              <a:rPr sz="1500" b="1">
                <a:solidFill>
                  <a:srgbClr val="1F6FEB"/>
                </a:solidFill>
                <a:latin typeface="Arial"/>
              </a:rPr>
              <a:t>[YOUR EMAIL PREFIX]</a:t>
            </a:r>
            <a:r>
              <a:rPr sz="1500" b="0">
                <a:solidFill>
                  <a:srgbClr val="161B26"/>
                </a:solidFill>
                <a:latin typeface="Arial"/>
              </a:rPr>
              <a:t>.app.n8n.cloud/signin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31136"/>
            <a:ext cx="102412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e.g.  </a:t>
            </a:r>
            <a:r>
              <a:rPr sz="1400" b="1">
                <a:solidFill>
                  <a:srgbClr val="10B981"/>
                </a:solidFill>
                <a:latin typeface="Arial"/>
              </a:rPr>
              <a:t>https://n8n1002.app.n8n.cloud/signin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88920"/>
            <a:ext cx="106984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Pick ONE email address — one per person: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182112"/>
            <a:ext cx="10698480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291840"/>
            <a:ext cx="5029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n8n1001@tertiaryinfotech.com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630168"/>
            <a:ext cx="5029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n8n1002@tertiaryinfotech.com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968496"/>
            <a:ext cx="5029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n8n1003@tertiaryinfotech.com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306824"/>
            <a:ext cx="5029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n8n1004@tertiaryinfotech.com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645152"/>
            <a:ext cx="5029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n8n1005@tertiaryinfotech.com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291840"/>
            <a:ext cx="5029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n8n1006@tertiaryinfotech.com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630168"/>
            <a:ext cx="5029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n8n1007@tertiaryinfotech.com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968496"/>
            <a:ext cx="5029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n8n1008@tertiaryinfotech.com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306824"/>
            <a:ext cx="5029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n8n1009@tertiaryinfotech.com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4645152"/>
            <a:ext cx="5029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n8n1010@tertiaryinfotech.com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5212080"/>
            <a:ext cx="10698480" cy="594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0" y="5212080"/>
            <a:ext cx="12191695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Password:  </a:t>
            </a:r>
            <a:r>
              <a:rPr sz="1700" b="0">
                <a:solidFill>
                  <a:srgbClr val="FFFFFF"/>
                </a:solidFill>
                <a:latin typeface="Arial"/>
              </a:rPr>
              <a:t>Tertiary@888</a:t>
            </a:r>
            <a:r>
              <a:rPr sz="1400" b="0">
                <a:solidFill>
                  <a:srgbClr val="B3D4FF"/>
                </a:solidFill>
                <a:latin typeface="Arial"/>
              </a:rPr>
              <a:t>   ·   same for all accounts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