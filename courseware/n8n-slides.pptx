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Features of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400+ app integrations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Drag-and-drop node canvas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No-code to full-code (JS/Python)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Cloud or self-host (Docker)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Webhooks, schedules, queues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Version &amp; export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AI Agent + LangChain nodes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Memory, tools, RAG, MCP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Use any LLM (OpenAI, Gemini...)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USE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One canvas to connect apps, data and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297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n8n lets you automate work and build AI agents without gluing code together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n8n.io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 is an open, fair-code workflow automation platform.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cloud trial at n8n.io, or self-host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Same visual editor in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A WORKFLOW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Available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Core 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Chat &amp; app triggers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Manual Trigger - run on demand (testing)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Schedule Trigger - run on a timer / cron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Form Trigger - a hosted web form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- external apps call a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Chat Trigger - built-in chat UI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Telegram Trigger - messages to your bot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Email (IMAP) - on new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App triggers - Gmail, Sheets, Notion,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WORKHORSE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Nodes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- call any API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Gmail / Outlook - send email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Sheets / Data Table - store rows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Code - run JavaScript / Python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Edit Fields (Set) - reshape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IF / Switch - branch on conditions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Merge / Split Out - combine / expand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AI Agent - reason with tools + memory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Vector Store - RAG retrieval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Respond to Webhook - reply to caller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DATA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JSON?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stores key/value pairs:  { "name": "Alice", "age": 30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Values can be text, numbers, true/false, lists [...] or nested objects {...}.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 passes data between nodes as JSON - and most APIs send/receive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Read a value with an expression, e.g.  {{ $json.name }}.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GROUP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Sample Flyers from Past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yer-sample1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3261360" cy="18345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Network event</a:t>
            </a:r>
          </a:p>
        </p:txBody>
      </p:sp>
      <p:pic>
        <p:nvPicPr>
          <p:cNvPr id="9" name="Picture 8" descr="flyer-sample2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1828800"/>
            <a:ext cx="3261360" cy="18372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292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Event poster</a:t>
            </a:r>
          </a:p>
        </p:txBody>
      </p:sp>
      <p:pic>
        <p:nvPicPr>
          <p:cNvPr id="11" name="Picture 10" descr="flyer-sample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099" y="1828800"/>
            <a:ext cx="2146681" cy="3383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48600" y="5440680"/>
            <a:ext cx="353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Bowling party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 and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Use an AI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Understands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Handles free-text requests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No rigid forms or keywords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Summarises &amp; reasons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Takes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Calls tools &amp; APIs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Looks up your data (RAG)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Chains multiple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One agent, many questions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Adapts to new cases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Easy to extend with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BRAINS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Popular LLM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Hosted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Open &amp; course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OpenAI - gpt-4.1, gpt-4.1-mini, gpt-4o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Google - Gemini 2.x Flash / Pro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Anthropic - Claude (Sonnet, Opus, Haiku)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Meta - Llama 3.x (open weights)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Mistral - Mistral / Mixtral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This course uses OpenAI gpt-4.1-mini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g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386" y="1691640"/>
            <a:ext cx="826292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User → Prompt → Data Retrieval (search/retrieve over your data sources) → Generator →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PINECONE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In-Memory to a Real 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The in-memory store resets when the workflow restarts - fine for a demo.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For production, use a hosted vector database that persists your embeddings.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Pinecone is a popular managed vector database that scales to millions of vectors.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Same idea: embed your documents once, then retrieve the closest chunks per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VECTOR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Pinecone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Pinecone is a managed (cloud) vector database for RAG.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Free 'Starter' tier is enough for this lab.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Create an index, then point n8n's Pinecone node at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pine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Pinecone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Sign up at pinecone.io and open the console.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Create an API key (Database -&gt; API Keys) - you'll paste it into n8n.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Create an Index: give it a name (e.g. n8n-course).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Set Dimensions to match your embeddings - OpenAI text-embedding-3-small = 1536.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5. Use metric 'cosine'. The index name + key go into the n8n Pinecone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Swap the in-memory vector store for Pinecone so your knowledge base persists. Upload documents into a Pinecone index, then let the Telegram agent answer from it via a Vector Store tool.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Upload -&gt; Embeddings (OpenAI) -&gt; Pinecone (insert)   |   Telegram -&gt; AI Agent + Pinecone tool -&gt;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vectorStorePinecone, embeddingsOpenAi, toolVectorStore,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- Pinecone RAG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b-Pinecone-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466" y="1691640"/>
            <a:ext cx="5582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 agent answering from a Pinecone vector store (gpt-4.1-mini)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Create a Pinecone account, API key and an index (1536 dims, cosine).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Activity5b-Pinecone-Upload.json - upload your documents into the index (Embeddings OpenAI -&gt; Pinecone insert).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Activity5b-Pinecone-RAG.json - the Telegram agent with a Pinecone Vector Store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your Pinecone + OpenAI credentials and select your index on each Pinecone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Save, Activate, and ask the bot a question answered from your uploaded documents.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2 (cont.) -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5b — RAG with Pinecone (Persistent Vector Database)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Upload a document, then ask the Telegram bot a question only answerable from it - the answer is retrieved from Pinecone.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EVENT -&gt;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 Webhook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 activate an n8n Webhook node - it gives you a unique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An external system (website, app, Telegram) sends an HTTP request to that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n8n runs your workflow with the request data as the trigger input.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A Respond to Webhook node sends a reply back to the caller.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It is 'reverse' of an API call: the outside world calls YOU when an event happens.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WAYS TO SEND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URL query string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?name=Alice&amp;topic=AI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Good for simple links / browser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Data comes in the request body (JSON)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{ "message": "hello" }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Used by website chat &amp; app callbacks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and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WORKFLOW -&gt;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API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1. Your workflow (the client) sends an HTTP request to an API endpoint (URL).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2. You include a method, headers (often an API key) and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3. The server processes it and returns a response - usually JSON.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4. n8n parses the JSON and passes the fields to the next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Here, YOU call the outside service (the opposite of a webhook).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TWO MAIN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API: GET vs POST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GET - read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Fetch prices, news, records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URL query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Safe &amp; repeatable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•  </a:t>
            </a:r>
            <a:r>
              <a:rPr sz="1700">
                <a:solidFill>
                  <a:srgbClr val="161B26"/>
                </a:solidFill>
                <a:latin typeface="Arial"/>
              </a:rPr>
              <a:t>POST - send / create data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Submit a form, create a record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Parameters in the JSON body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600">
                <a:solidFill>
                  <a:srgbClr val="161B26"/>
                </a:solidFill>
                <a:latin typeface="Arial"/>
              </a:rPr>
              <a:t>Changes data on the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MARKET DATA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Twelve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Twelve Data provides live stock / forex / crypto market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Sign up (free Basic plan), then Account -&gt; API Keys.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Paste the apikey into the 3 'candles' HTTP nodes.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twelve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NEWS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NewsAPI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NewsAPI returns recent news articles for a search query.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Register (free Developer plan) and copy your API key.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it as a Query Auth credential (name = apiKey) on the news node.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ews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Get free API keys: Twelve Data (twelvedata.com/login) and NewsAPI (newsapi.org).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Set your Twelve Data and NewsAPI keys (credentials or HTTP query params).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Re-select your OpenAI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Review the flow: Telegram → Extract Ticker → HTTP candles (1m/15m/1h) + news → Aggregate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Save, Activate; optionally open index.html and set your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and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1" y="1691640"/>
            <a:ext cx="936865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Before the AI Agent, add a check that inspects the user message; on a violation, branch to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After the AI Agent, add a check that scans the reply for secrets/policy violations.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Only send the reply when both guardrails pass; otherwise return a safe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(blocked by the pre-guardrail).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•  </a:t>
            </a:r>
            <a:r>
              <a:rPr sz="20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 Ltd  · 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