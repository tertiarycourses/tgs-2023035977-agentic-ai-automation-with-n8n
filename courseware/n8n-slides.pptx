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57200"/>
            <a:ext cx="1371600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47548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n8n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Calibri"/>
              </a:rPr>
              <a:t>LEARNER GUIDE  · 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Agentic AI Automation with n8n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1148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3E6"/>
                </a:solidFill>
                <a:latin typeface="Calibri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A8BF"/>
                </a:solidFill>
                <a:latin typeface="Calibri"/>
              </a:rPr>
              <a:t>Conducted by Tertiary Infotech Academy Pte. Ltd.  ·  UEN 201200696W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Tertiary Infotech Academy Pte Ltd  ·  www.tertiaryinfotech.com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Welcome &amp;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Workflow Automation with n8n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Triggers · Actions · Nodes ·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493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1 — Flyer with QR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760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2 — Capture Data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106" y="1691640"/>
            <a:ext cx="785948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855" y="1691640"/>
            <a:ext cx="990998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3b — Conditional Response (Google Sheets)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AI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LLM · Memory · Tools · System Instruction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00" y="1691640"/>
            <a:ext cx="998029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4a — Telegram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00" y="1691640"/>
            <a:ext cx="998029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4b —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Retrieval-Augmented Generation (RAG)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Tokenization · Embeddings · Vector Stores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743" y="1691640"/>
            <a:ext cx="4288208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3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5 — Add RAG to the Telegram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1 hour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Webhooks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External triggers for your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•  </a:t>
            </a:r>
            <a:r>
              <a:rPr sz="1500">
                <a:solidFill>
                  <a:srgbClr val="161B26"/>
                </a:solidFill>
                <a:latin typeface="Calibri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Calibri"/>
              </a:rPr>
              <a:t>   –  </a:t>
            </a:r>
            <a:r>
              <a:rPr sz="1400">
                <a:solidFill>
                  <a:srgbClr val="161B26"/>
                </a:solidFill>
                <a:latin typeface="Calibri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65" y="1691640"/>
            <a:ext cx="615276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4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6 — Website Chatbot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Tea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15 minutes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API &amp; HTTP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Pull live data from external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60" y="1691640"/>
            <a:ext cx="769977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Get free API keys: Twelve Data (twelvedata.com/login) and NewsAPI (newsapi.org).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Set your Twelve Data and NewsAPI keys (credentials or HTTP query params).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Re-select your OpenAI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Review the flow: Telegram → Extract Ticker → HTTP candles (1m/15m/1h) + news → Aggregate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Save, Activate; optionally open index.html and set your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5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7 — Finance API → Telegram (Day Trader)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Security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Human-in-the-loop · Pre/Post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4977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8a — Human-in-the-Loop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Calibri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Calibri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Calibri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616" y="1691640"/>
            <a:ext cx="96744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Calibri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Before the AI Agent, add a check that inspects the user message; on a violation, branch to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After the AI Agent, add a check that scans the reply for secrets/policy violations.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Only send the reply when both guardrails pass; otherwise return a safe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Calibri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Calibri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TOPIC 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Activity 8b — Pre &amp; Post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Calibri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Calibri"/>
              </a:rPr>
              <a:t>Send a normal question (passes through) and a disallowed one (blocked by the pre-guardrail).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1 hour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286000"/>
            <a:ext cx="109728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TOPIC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Mini Capstone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AFBDD2"/>
                </a:solidFill>
                <a:latin typeface="Calibri"/>
              </a:rPr>
              <a:t>Design · Build · Present · 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4572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243352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Calibri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•  </a:t>
            </a:r>
            <a:r>
              <a:rPr sz="1800">
                <a:solidFill>
                  <a:srgbClr val="161B26"/>
                </a:solidFill>
                <a:latin typeface="Calibri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648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Calibri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6480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468880"/>
            <a:ext cx="109728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37490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C7D3E6"/>
                </a:solidFill>
                <a:latin typeface="Calibri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10B981"/>
                </a:solidFill>
                <a:latin typeface="Calibri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9AA8BF"/>
                </a:solidFill>
                <a:latin typeface="Calibri"/>
              </a:rPr>
              <a:t>Powered by Tertiary Infotech Academy Pte. Ltd.  ·  www.tertiaryinfotech.com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